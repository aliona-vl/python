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" userDrawn="1">
          <p15:clr>
            <a:srgbClr val="A4A3A4"/>
          </p15:clr>
        </p15:guide>
        <p15:guide id="2" pos="143" userDrawn="1">
          <p15:clr>
            <a:srgbClr val="A4A3A4"/>
          </p15:clr>
        </p15:guide>
        <p15:guide id="3" pos="7559" userDrawn="1">
          <p15:clr>
            <a:srgbClr val="A4A3A4"/>
          </p15:clr>
        </p15:guide>
        <p15:guide id="4" orient="horz" pos="41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67"/>
      </p:cViewPr>
      <p:guideLst>
        <p:guide orient="horz" pos="187"/>
        <p:guide pos="143"/>
        <p:guide pos="7559"/>
        <p:guide orient="horz" pos="41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C523F-D278-41B2-AA7A-72F3F546B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0F6557-B662-4480-9D3D-2E8CB315E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66CFA1-DC01-4FC7-AB55-5731F93AB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6F895-904C-4918-8BC7-F2BBA43FB12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16A6A3-C7DE-43D9-8DFF-03451B92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82D027-8C78-4E4E-8B1F-E8C6E30B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CEC3-E5D0-4000-AC4A-C3D7EFD9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74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E49B2-4DD6-49C6-8E53-F33F8CD01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1891CD-E091-419E-BD70-C72583CE3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CBDD62-057B-4333-B85C-E3435C47A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6F895-904C-4918-8BC7-F2BBA43FB12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B73415-7843-43F4-BA25-1976FF1E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062967-F75E-4D17-9C56-ED945AE41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CEC3-E5D0-4000-AC4A-C3D7EFD9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220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D7FE6-F1BD-47E4-B255-98F88FA6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5F47D1-AE75-4565-B592-3311E4B16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01B6B4-3DA5-49E9-954D-AE6C028F9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6F895-904C-4918-8BC7-F2BBA43FB12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8CCA51-2496-477E-AC70-5530B4DEC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619CE7-C7F3-4E4E-9593-DB1FFB39D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CEC3-E5D0-4000-AC4A-C3D7EFD9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33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BB16D-3F07-437E-A24D-F2F82B7E5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E936CA-5068-4B81-AF33-DD5A622B1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BA4C7C-596D-4862-B355-C10A346FE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7157CC-A641-474C-94D5-62B1EB5B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6F895-904C-4918-8BC7-F2BBA43FB12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FE7D0F-6B09-4E6C-9E1A-40A4AF040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7E402A-589A-4A82-A1F4-BA6B930A9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CEC3-E5D0-4000-AC4A-C3D7EFD9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704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387F0-D252-4F7F-BDB3-F80469A99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C07B19-BD67-412C-8382-3FAA1BB99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592971-81E2-49A7-8370-B4C27B6A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4DC97F9-227A-4FCB-BCF3-78D12DD9D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2D84EA-FADB-4F0B-A4AF-403957980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DBE825D-D132-4388-BB05-1DCD69D29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6F895-904C-4918-8BC7-F2BBA43FB12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808D749-5D8B-413B-9A1B-0C840B717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469419C-3A92-4BF3-9333-130303CD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CEC3-E5D0-4000-AC4A-C3D7EFD9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592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58A72-9A9D-416D-8272-C832D6034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91EB06-8180-457B-92E8-4014118AF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6F895-904C-4918-8BC7-F2BBA43FB12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EBDC846-72B9-4A87-A1EE-5364AC85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B2FCE2-C3F1-4A7A-99B8-251802728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CEC3-E5D0-4000-AC4A-C3D7EFD9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544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A42758C-E32F-4E70-A4E9-C2089CE98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6F895-904C-4918-8BC7-F2BBA43FB12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C1730C1-737D-448D-A8E6-93A3B4B7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5DFADA-CA03-48AF-BD4E-155CCD9F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CEC3-E5D0-4000-AC4A-C3D7EFD9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661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83883-6BB3-47A5-A005-510670BF1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458EFA-E817-4189-BDD7-D0D817B50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229DA9-4786-4D2B-8BFA-96709545A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3DF83B-40E7-4B5B-B087-5843E197A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6F895-904C-4918-8BC7-F2BBA43FB12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6B34E0-AADF-4755-92D9-89EE7519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375FD3-4A28-463F-94C8-8A10C2B39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CEC3-E5D0-4000-AC4A-C3D7EFD9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480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4DF7B0-53A7-4317-A8A0-C7B399FA5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BA8135A-DA4F-42C1-89BF-189CBEA6E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A8BF52-9525-430B-9A81-EF1066990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98AF2C-006F-4F49-BEA3-CBB210F8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6F895-904C-4918-8BC7-F2BBA43FB12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6D4C6B-DC3C-4B03-96CC-A45F225FB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BDB406-406B-45FD-8313-727949F5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CEC3-E5D0-4000-AC4A-C3D7EFD9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87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F478E-4210-4A6F-B3CA-E9F7AECA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BC8531-E174-4BAB-ABEA-69F08C2F2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EA8CC3-A8DF-4DE4-BF5E-0617923A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6F895-904C-4918-8BC7-F2BBA43FB12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18989C-FAD0-4299-847B-A0742F9B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609E01-C4F5-49B0-9E69-04C88521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CEC3-E5D0-4000-AC4A-C3D7EFD9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023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B14031D-3FFD-44BD-9D07-4E49F4109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4D6595-1D73-416E-94C1-F977FD76C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78FD9E-0891-46C8-98F9-729F8A3E2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6F895-904C-4918-8BC7-F2BBA43FB12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409534-205C-4C9E-9FE3-B0340293B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FC93BA-21F8-4ACE-9A87-D88CF330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FCEC3-E5D0-4000-AC4A-C3D7EFD9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065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661E3-4ED7-462E-BA41-6EB04CEF6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FE1A5E-C83A-45B3-BD09-E0441F505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3FD500-CE2E-4496-979E-E2470BCB47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6F895-904C-4918-8BC7-F2BBA43FB123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996DAB-3E4A-45FD-8C95-07BFD8D9E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159C65-BB8C-428B-81A3-FDD8B9B97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FCEC3-E5D0-4000-AC4A-C3D7EFD90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89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AAE7182-6226-4E83-8F74-495A2664FEE3}"/>
              </a:ext>
            </a:extLst>
          </p:cNvPr>
          <p:cNvSpPr/>
          <p:nvPr/>
        </p:nvSpPr>
        <p:spPr>
          <a:xfrm>
            <a:off x="337350" y="470517"/>
            <a:ext cx="2689934" cy="42346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DA0A853-A11B-4A03-A40B-A702450514D5}"/>
              </a:ext>
            </a:extLst>
          </p:cNvPr>
          <p:cNvSpPr/>
          <p:nvPr/>
        </p:nvSpPr>
        <p:spPr>
          <a:xfrm>
            <a:off x="3268463" y="470517"/>
            <a:ext cx="2689934" cy="42346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A9EAFE7-FCA8-41E9-9A46-B38BEE8A0902}"/>
              </a:ext>
            </a:extLst>
          </p:cNvPr>
          <p:cNvSpPr/>
          <p:nvPr/>
        </p:nvSpPr>
        <p:spPr>
          <a:xfrm>
            <a:off x="6172943" y="479395"/>
            <a:ext cx="2689934" cy="42346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8B0AF8B-159E-4D63-9EB4-8BA982DD6490}"/>
              </a:ext>
            </a:extLst>
          </p:cNvPr>
          <p:cNvSpPr/>
          <p:nvPr/>
        </p:nvSpPr>
        <p:spPr>
          <a:xfrm>
            <a:off x="9086309" y="480873"/>
            <a:ext cx="2689934" cy="42346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A88DC80-AED4-4C6C-9020-10EC7B17C80D}"/>
              </a:ext>
            </a:extLst>
          </p:cNvPr>
          <p:cNvSpPr/>
          <p:nvPr/>
        </p:nvSpPr>
        <p:spPr>
          <a:xfrm>
            <a:off x="631789" y="3509640"/>
            <a:ext cx="2049264" cy="11555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80B70DF-91B4-41A0-9F47-2244AAE2DAB4}"/>
              </a:ext>
            </a:extLst>
          </p:cNvPr>
          <p:cNvSpPr/>
          <p:nvPr/>
        </p:nvSpPr>
        <p:spPr>
          <a:xfrm>
            <a:off x="668039" y="1796249"/>
            <a:ext cx="2049264" cy="154323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44DF584D-93B7-4971-A2FB-010BBD106803}"/>
              </a:ext>
            </a:extLst>
          </p:cNvPr>
          <p:cNvSpPr/>
          <p:nvPr/>
        </p:nvSpPr>
        <p:spPr>
          <a:xfrm>
            <a:off x="2380697" y="574090"/>
            <a:ext cx="372862" cy="3728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561D81-988C-441A-A6DF-7D366294356B}"/>
              </a:ext>
            </a:extLst>
          </p:cNvPr>
          <p:cNvSpPr txBox="1"/>
          <p:nvPr/>
        </p:nvSpPr>
        <p:spPr>
          <a:xfrm>
            <a:off x="497149" y="645105"/>
            <a:ext cx="1954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Willkommen, @anmeldename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1277048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</cp:revision>
  <dcterms:created xsi:type="dcterms:W3CDTF">2025-09-12T11:57:44Z</dcterms:created>
  <dcterms:modified xsi:type="dcterms:W3CDTF">2025-09-12T11:57:52Z</dcterms:modified>
</cp:coreProperties>
</file>