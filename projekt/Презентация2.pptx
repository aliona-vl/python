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 userDrawn="1">
          <p15:clr>
            <a:srgbClr val="A4A3A4"/>
          </p15:clr>
        </p15:guide>
        <p15:guide id="2" pos="75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110" y="91"/>
      </p:cViewPr>
      <p:guideLst>
        <p:guide orient="horz" pos="255"/>
        <p:guide pos="75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62A18-4B2E-4C33-8A50-C31C00518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D0AE5A-7BC5-4788-87D0-A3FC067D4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B104F3-0733-493F-A6E8-3809EBCAC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371D96-E6F4-4CFB-B3C7-863A22851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5ACAFC-CFD6-4E81-A3F1-C735E6509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65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92936-F5B8-4C61-9D89-7D4B53C2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2A30BF-9376-497E-B32A-CDAEA21E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52E3B5-6D78-43F5-AB46-3AB5DC39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1CE693-65D8-476B-AA76-F12FC572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D8E60E-B03E-4CBB-A9B7-8882A986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57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A1481-009C-4B80-A5F8-C05A6C5FE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DFD6BF-8227-4800-A40D-952FE5D8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D0A0C6-A792-4C8A-B942-53AF832E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03EAAA-9417-4C5B-AFB7-0055A240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CAE608-8EAF-474B-89FE-0FFDF2E4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07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7416B-BBF3-473E-8A75-BD489396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AF1F4-1885-4988-87AA-6089A95C9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1B4E38-7440-4BD5-95EB-BE0D762F7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60A7E1-E5B9-4E35-9521-98CAC8AD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9601-E846-4ECD-9650-B5FE5326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2EB5C0-B89A-4916-A48D-B6D735EE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9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DEEB2-84FE-4DD8-B47C-AA56644B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9D4C65-1E38-4809-80D1-C5266A591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3FCAB5-5EF6-46DC-80ED-253038CAF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04D623-3639-4ACB-BEC1-184327CF8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D71F6D-B422-4CAE-A148-0FB1CF38D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EB6965-D037-42F5-8DCE-44F5B9DE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BDE668-3FE9-46F5-982C-7A35DDFD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60C567-B502-47DD-8E4F-CDC6371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87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12530-B4E5-49F1-9D5B-4A168450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1A9CE8-0D93-4951-9DB3-65F7C240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EE5905-AA99-4B19-AB9B-B45D7AB8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01FB87-D32D-4D90-A9D6-27EEE916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56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E92F3B-92B1-483C-8B73-227EE958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D534C70-FE64-44B7-BF58-37CB59A3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BB698B-7291-4F32-A2E9-416CF580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55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4E7CA-9A65-4052-B8BF-5587D369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B076E8-1689-4BD1-955B-8A4A7C08F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936EF4-6D48-475F-BD43-73C30FA87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A321CD-38EA-4978-8F85-3490D45F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0EF497-B2EE-4E83-BFE4-DA2725F3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381270-2422-4E2C-B0FA-C42644FC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30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D108A-6726-4F01-B530-A977B51FC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184DE9-F1B4-4E10-BE85-0FB1C91A8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B77A07-DA3B-4180-87DC-6701A68BF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0560AB-3421-492E-9502-D5553311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15D281-4712-4918-B560-83DE3F95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EBB323-8A61-4C4D-88AE-D7AB2890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803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6FE17-8362-4F8C-9756-2D6C3C271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A07F01-139C-4713-AC34-482F60D69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8B4BCC-351D-49B2-95B7-BC5DC25B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BF738-F4DD-4101-9B11-AB2C1BF1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72C230-A557-43C4-B93B-258AA151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66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73A84C-F1B4-43F8-B945-EFC2F0E34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8F94AD-E474-417E-A6B3-D3EC5E8D8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DEF9CB-AF0D-4E74-AB91-11741595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5656FC-CA39-40CC-9764-C7EBD36D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99BFC3-D00B-4670-AACE-4797E023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91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9849D-E2E4-4CD7-91ED-E5BEFDEC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B78974-E742-45F6-9834-AA8B972DA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079443-77CB-44A6-8857-2E4CFBE02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20D10-2F07-4459-870B-90BDF742ED34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A084D0-68B7-4012-8F57-8D1143D36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F7FD3D-39E6-4BD7-A4C1-463F845FE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CD2DF-BEFA-43EF-86C1-6A70B68A2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24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7CF389F-9262-4A26-AEF3-419D37615656}"/>
              </a:ext>
            </a:extLst>
          </p:cNvPr>
          <p:cNvSpPr/>
          <p:nvPr/>
        </p:nvSpPr>
        <p:spPr>
          <a:xfrm>
            <a:off x="426128" y="359546"/>
            <a:ext cx="4731798" cy="61389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8CBEBAF-EF8A-4FDC-9155-AF0104F51F72}"/>
              </a:ext>
            </a:extLst>
          </p:cNvPr>
          <p:cNvSpPr/>
          <p:nvPr/>
        </p:nvSpPr>
        <p:spPr>
          <a:xfrm>
            <a:off x="683579" y="870013"/>
            <a:ext cx="1997476" cy="2840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Anmelden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6FD4073-D4C5-4DF5-B852-99D60829FA0E}"/>
              </a:ext>
            </a:extLst>
          </p:cNvPr>
          <p:cNvSpPr/>
          <p:nvPr/>
        </p:nvSpPr>
        <p:spPr>
          <a:xfrm>
            <a:off x="2833455" y="870013"/>
            <a:ext cx="1997476" cy="2840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Registrieren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2DEDDB-F367-4DC7-A2E5-B67DF9BB02C0}"/>
              </a:ext>
            </a:extLst>
          </p:cNvPr>
          <p:cNvSpPr/>
          <p:nvPr/>
        </p:nvSpPr>
        <p:spPr>
          <a:xfrm>
            <a:off x="718351" y="1435225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email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CAAB3A1-0AAF-4624-A8AE-7942DAB626C5}"/>
              </a:ext>
            </a:extLst>
          </p:cNvPr>
          <p:cNvSpPr/>
          <p:nvPr/>
        </p:nvSpPr>
        <p:spPr>
          <a:xfrm>
            <a:off x="870751" y="4404808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Password zurücksetzen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E7E10-0BC8-431A-A256-1825135ADDED}"/>
              </a:ext>
            </a:extLst>
          </p:cNvPr>
          <p:cNvSpPr txBox="1"/>
          <p:nvPr/>
        </p:nvSpPr>
        <p:spPr>
          <a:xfrm>
            <a:off x="914400" y="3986073"/>
            <a:ext cx="2139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Password </a:t>
            </a:r>
            <a:r>
              <a:rPr lang="de-DE" sz="1100" dirty="0" err="1"/>
              <a:t>fergessen</a:t>
            </a:r>
            <a:r>
              <a:rPr lang="de-DE" sz="1100" dirty="0"/>
              <a:t>?</a:t>
            </a:r>
            <a:endParaRPr lang="ru-RU" sz="1100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69EAFD6-6861-41B8-AEE1-4B02DB27F55C}"/>
              </a:ext>
            </a:extLst>
          </p:cNvPr>
          <p:cNvSpPr/>
          <p:nvPr/>
        </p:nvSpPr>
        <p:spPr>
          <a:xfrm>
            <a:off x="718351" y="2047782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password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AA6A8A7-A484-407C-8F82-49E9E78EB6C8}"/>
              </a:ext>
            </a:extLst>
          </p:cNvPr>
          <p:cNvSpPr/>
          <p:nvPr/>
        </p:nvSpPr>
        <p:spPr>
          <a:xfrm>
            <a:off x="718351" y="2660339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anmelden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5BA9E4F-0F1E-4024-BFF9-40E8003731D9}"/>
              </a:ext>
            </a:extLst>
          </p:cNvPr>
          <p:cNvSpPr/>
          <p:nvPr/>
        </p:nvSpPr>
        <p:spPr>
          <a:xfrm>
            <a:off x="5594426" y="334401"/>
            <a:ext cx="4731798" cy="61389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308E4BB-A6EB-430D-BA37-F3B7630091FA}"/>
              </a:ext>
            </a:extLst>
          </p:cNvPr>
          <p:cNvSpPr/>
          <p:nvPr/>
        </p:nvSpPr>
        <p:spPr>
          <a:xfrm>
            <a:off x="5851877" y="835990"/>
            <a:ext cx="1997476" cy="2840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Anmelden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74947A3-2B7F-4C5F-AE28-E404F2F1CE2A}"/>
              </a:ext>
            </a:extLst>
          </p:cNvPr>
          <p:cNvSpPr/>
          <p:nvPr/>
        </p:nvSpPr>
        <p:spPr>
          <a:xfrm>
            <a:off x="8001753" y="835990"/>
            <a:ext cx="1997476" cy="28408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Registrieren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02FFEA5-C7B8-400B-98F6-56763A9A2CCA}"/>
              </a:ext>
            </a:extLst>
          </p:cNvPr>
          <p:cNvSpPr/>
          <p:nvPr/>
        </p:nvSpPr>
        <p:spPr>
          <a:xfrm>
            <a:off x="5886649" y="1401202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email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082F593-468D-4C0B-9C2C-98E748CB617C}"/>
              </a:ext>
            </a:extLst>
          </p:cNvPr>
          <p:cNvSpPr/>
          <p:nvPr/>
        </p:nvSpPr>
        <p:spPr>
          <a:xfrm>
            <a:off x="5886649" y="2013759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password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6FFE462-E54E-4BFC-B5B7-2E265EC47D99}"/>
              </a:ext>
            </a:extLst>
          </p:cNvPr>
          <p:cNvSpPr/>
          <p:nvPr/>
        </p:nvSpPr>
        <p:spPr>
          <a:xfrm>
            <a:off x="5886649" y="2626316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Password wiederholen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9909F3A-B6D4-4522-AFE4-95F95549C048}"/>
              </a:ext>
            </a:extLst>
          </p:cNvPr>
          <p:cNvSpPr/>
          <p:nvPr/>
        </p:nvSpPr>
        <p:spPr>
          <a:xfrm>
            <a:off x="5897004" y="3204847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Team-code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69D32BB-EA6F-4FD8-AF2E-51864E98E652}"/>
              </a:ext>
            </a:extLst>
          </p:cNvPr>
          <p:cNvSpPr/>
          <p:nvPr/>
        </p:nvSpPr>
        <p:spPr>
          <a:xfrm>
            <a:off x="5932514" y="3773016"/>
            <a:ext cx="4147352" cy="3817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regestrieren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5816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Широкоэкранный</PresentationFormat>
  <Paragraphs>14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2025-09-25T09:50:30Z</dcterms:created>
  <dcterms:modified xsi:type="dcterms:W3CDTF">2025-12-26T15:51:15Z</dcterms:modified>
</cp:coreProperties>
</file>